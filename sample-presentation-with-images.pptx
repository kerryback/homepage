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Sample Presentation with LaTeX Math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Your Name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This is a sample presentation demonstrating LaTeX equations in Quarto.</a:t>
                </a:r>
              </a:p>
              <a:p>
                <a:pPr lvl="0"/>
                <a:r>
                  <a:rPr/>
                  <a:t>Inline math: The famous equation is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/>
                <a:r>
                  <a:rPr/>
                  <a:t>Display equations work too</a:t>
                </a:r>
              </a:p>
              <a:p>
                <a:pPr lvl="0"/>
                <a:r>
                  <a:rPr/>
                  <a:t>Multiple formats supported</a:t>
                </a:r>
              </a:p>
            </p:txBody>
          </p:sp>
        </mc:Choice>
      </mc:AlternateContent>
      <p:pic>
        <p:nvPicPr>
          <p:cNvPr descr="images/intro-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AI Image: Abstract representation of mathematics and physics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Prompt: “Abstract colorful visualization of mathematical equations and physics formulas floating in space”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quadratic formula: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±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sSup>
                                <m:e>
                                  <m:r>
                                    <m:t>b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4</m:t>
                              </m:r>
                              <m:r>
                                <m:t>a</m:t>
                              </m:r>
                              <m:r>
                                <m:t>c</m:t>
                              </m:r>
                            </m:e>
                          </m:rad>
                        </m:num>
                        <m:den>
                          <m:r>
                            <m:t>2</m:t>
                          </m:r>
                          <m:r>
                            <m:t>a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polynomials of the form </a:t>
                </a:r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Statistics and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normal distribution probability density function: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σ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2</m:t>
                              </m:r>
                              <m:r>
                                <m:t>π</m:t>
                              </m:r>
                            </m:e>
                          </m:rad>
                        </m:den>
                      </m:f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f>
                                    <m:fPr>
                                      <m:type m:val="bar"/>
                                    </m:fPr>
                                    <m:num>
                                      <m: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r>
                                        <m:t>μ</m:t>
                                      </m:r>
                                    </m:num>
                                    <m:den>
                                      <m:r>
                                        <m:t>σ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is the mean and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is the standard deviation.</a:t>
                </a:r>
              </a:p>
            </p:txBody>
          </p:sp>
        </mc:Choice>
      </mc:AlternateContent>
      <p:pic>
        <p:nvPicPr>
          <p:cNvPr descr="images/normal-dist-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AI Image: Bell curve visualization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Prompt: “Beautiful 3D visualization of a normal distribution bell curve with flowing particles”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Finance: Black-Scholes</a:t>
            </a:r>
          </a:p>
        </p:txBody>
      </p:sp>
      <p:pic>
        <p:nvPicPr>
          <p:cNvPr descr="images/finance-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AI Image: Financial markets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i="1"/>
                  <a:t>AI Prompt: “Modern financial trading floor with glowing stock charts and data visualizations, professional photography”</a:t>
                </a:r>
              </a:p>
              <a:p>
                <a:pPr lvl="0" indent="0" marL="0">
                  <a:buNone/>
                </a:pPr>
                <a:r>
                  <a:rPr/>
                  <a:t>The Black-Scholes formula for a call option: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N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K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r</m:t>
                          </m:r>
                          <m:r>
                            <m:t>T</m:t>
                          </m:r>
                        </m:sup>
                      </m:sSup>
                      <m:r>
                        <m:t>N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ln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/</m:t>
                              </m:r>
                              <m:r>
                                <m:t>K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+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p>
                                <m:e>
                                  <m:r>
                                    <m:t>σ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/</m:t>
                              </m:r>
                              <m:r>
                                <m:t>2</m:t>
                              </m:r>
                            </m:e>
                          </m:d>
                          <m:r>
                            <m:t>T</m:t>
                          </m:r>
                        </m:num>
                        <m:den>
                          <m:r>
                            <m:t>σ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T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r>
                        <m:t>σ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T</m:t>
                          </m:r>
                        </m:e>
                      </m:rad>
                    </m:oMath>
                  </m:oMathPara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Matrix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system of linear equations can be written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Calculus</a:t>
            </a:r>
          </a:p>
        </p:txBody>
      </p:sp>
      <p:pic>
        <p:nvPicPr>
          <p:cNvPr descr="images/calculus-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AI Image: Calculus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Prompt: “Abstract representation of integration and derivatives with flowing curves and mathematical beauty”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fundamental theorem of calculus: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a</m:t>
                          </m:r>
                        </m:sub>
                        <m:sup>
                          <m:r>
                            <m:t>b</m:t>
                          </m:r>
                        </m:sup>
                        <m:e>
                          <m:r>
                            <m:t>f</m:t>
                          </m:r>
                        </m:e>
                      </m:nary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 </m:t>
                      </m:r>
                      <m:r>
                        <m:t>d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a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Greek Letters and Symbols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Common in finance and statistics:</a:t>
                </a:r>
              </a:p>
              <a:p>
                <a:pPr lvl="0"/>
                <a:r>
                  <a:rPr/>
                  <a:t>Returns: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ln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/</m:t>
                        </m:r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/>
                  <a:t>Volatility: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rPr>
                            <m:nor/>
                            <m:sty m:val="p"/>
                          </m:rPr>
                          <m:t>Var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r</m:t>
                            </m:r>
                          </m:e>
                        </m:d>
                      </m:e>
                    </m:rad>
                  </m:oMath>
                </a14:m>
              </a:p>
              <a:p>
                <a:pPr lvl="0"/>
                <a:r>
                  <a:rPr/>
                  <a:t>Beta: </a:t>
                </a:r>
                <a14:m>
                  <m:oMath xmlns:m="http://schemas.openxmlformats.org/officeDocument/2006/math">
                    <m:r>
                      <m:t>β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nor/>
                            <m:sty m:val="p"/>
                          </m:rPr>
                          <m:t>Cov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m:rPr>
                            <m:nor/>
                            <m:sty m:val="p"/>
                          </m:rPr>
                          <m:t>Var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</a:p>
              <a:p>
                <a:pPr lvl="0"/>
                <a:r>
                  <a:rPr/>
                  <a:t>Alpha: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+</m:t>
                        </m:r>
                        <m:r>
                          <m:t>β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f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Summation and Products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Sample mean and variance: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Limits and Derivatives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definition of a derivative: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r>
                        <m:rPr>
                          <m:sty m:val="p"/>
                        </m:rPr>
                        <m:t>′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lim</m:t>
                          </m:r>
                        </m:e>
                        <m:lim>
                          <m:r>
                            <m:t>h</m:t>
                          </m:r>
                          <m:r>
                            <m:rPr>
                              <m:sty m:val="p"/>
                            </m:rPr>
                            <m:t>→</m:t>
                          </m:r>
                          <m:r>
                            <m:t>0</m:t>
                          </m:r>
                        </m:lim>
                      </m:limLow>
                      <m:f>
                        <m:fPr>
                          <m:type m:val="bar"/>
                        </m:fPr>
                        <m:num>
                          <m: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num>
                        <m:den>
                          <m:r>
                            <m:t>h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Chain rule: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</m:num>
                        <m:den>
                          <m:r>
                            <m:t>d</m:t>
                          </m:r>
                          <m:r>
                            <m:t>x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′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g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⋅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′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Quarto makes it easy to include LaTeX math in presentations</a:t>
            </a:r>
          </a:p>
          <a:p>
            <a:pPr lvl="0"/>
            <a:r>
              <a:rPr/>
              <a:t>Equations render beautifully in PowerPoint</a:t>
            </a:r>
          </a:p>
          <a:p>
            <a:pPr lvl="0"/>
            <a:r>
              <a:rPr/>
              <a:t>Perfect for academic and technical presentations</a:t>
            </a:r>
          </a:p>
          <a:p>
            <a:pPr lvl="0"/>
            <a:r>
              <a:rPr/>
              <a:t>Export to PPTX maintains equation formatting</a:t>
            </a:r>
          </a:p>
          <a:p>
            <a:pPr lvl="0"/>
            <a:r>
              <a:rPr/>
              <a:t>AI-generated images enhance visual appeal</a:t>
            </a:r>
          </a:p>
        </p:txBody>
      </p:sp>
      <p:pic>
        <p:nvPicPr>
          <p:cNvPr descr="images/conclusion-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AI Image: Success and innovation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Prompt: “Futuristic data visualization with mathematical formulas and AI elements, inspiring and professional”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 with LaTeX Math</dc:title>
  <dc:creator>Your Name</dc:creator>
  <cp:keywords/>
  <dcterms:created xsi:type="dcterms:W3CDTF">2025-10-15T05:52:53Z</dcterms:created>
  <dcterms:modified xsi:type="dcterms:W3CDTF">2025-10-15T05:52:53Z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